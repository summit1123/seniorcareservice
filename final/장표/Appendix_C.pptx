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 서사: ① AI가 값을 고르면 설명 불가 → 규칙은 사람, 판정은 고정 코드 ② 손해율 없으면 최적값 계산 불가 → 값이 아니라 순서 ③ 전 축 선언 파라미터 → 구조 변경 없이 재보정. 차트는 ③의 근거(값 근처 둔감 = 재보정 안전). 969 조합 실측, rolling 번들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 - 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3154680" y="320040"/>
            <a:ext cx="5029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Q. 가중치가 왜 30 : 30 : 20 : 20 인가?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11338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정답을 주장하지 않습니다. </a:t>
            </a:r>
            <a:pPr indent="0" marL="0">
              <a:buNone/>
            </a:pPr>
            <a:r>
              <a:rPr lang="en-US" sz="210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설명할 수 있고, 고칠 수 있는 구조</a:t>
            </a:r>
            <a:pPr indent="0" marL="0">
              <a:buNone/>
            </a:pPr>
            <a:r>
              <a:rPr lang="en-US" sz="21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주장합니다.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11480" y="1243584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손해율 실적이 없으면 최적값은 계산할 수 없습니다. 그래서 값이 아니라 순서를 정하고, 그 순서가 흔들리지 않는지 969개 조합으로 확인했습니다.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682496"/>
            <a:ext cx="3529584" cy="2066544"/>
          </a:xfrm>
          <a:prstGeom prst="roundRect">
            <a:avLst>
              <a:gd name="adj" fmla="val 3540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78308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설명할 수 있는가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2057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규칙은 사람이 정하고,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3134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고정 코드가 수행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" y="2688336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값을 고르는 방식은 왜 그 값인지 설명할 수 없습니다. 값 하나하나가 코드에 선언돼 있어 어느 판정이든 되짚어 재현·감사할 수 있습니다.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15968" y="1682496"/>
            <a:ext cx="3529584" cy="2066544"/>
          </a:xfrm>
          <a:prstGeom prst="roundRect">
            <a:avLst>
              <a:gd name="adj" fmla="val 3540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78308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지금 최적인가 — 아닙니다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17136" y="2057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 아니라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17136" y="23134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'순서'를 주장합니다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0456" y="1682496"/>
            <a:ext cx="3529584" cy="2066544"/>
          </a:xfrm>
          <a:prstGeom prst="roundRect">
            <a:avLst>
              <a:gd name="adj" fmla="val 3540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21624" y="178308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틀리면 고칠 수 있는가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21624" y="2057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산식 구조는 그대로,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21624" y="231343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값만 재보정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21624" y="2688336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축이 선언 파라미터라, 파일럿 손해율이 쌓이면 그 목표로 재적합합니다. 아래 실측대로 값 근처에서 판정이 둔감해 재보정 리스크가 낮습니다.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17136" y="270662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 · 주 무대   ≫   보조 무대 · 변화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17136" y="296265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주행거리 · 생활권 안   ≫   생활권 밖 · 패턴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17136" y="33101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30이어야 할 기준은 없습니다.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9136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— 969개 가중치 조합 × 180 시나리오 재판정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178808"/>
            <a:ext cx="7680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판정을 좌우하는 축은 둘 — 현행 30은 두 축 모두에서 판정 변동이 가장 적은 지점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49884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주행거리 가중치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286000" y="451713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진폭 27건 · 최저 30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5961888"/>
            <a:ext cx="3566160" cy="0"/>
          </a:xfrm>
          <a:prstGeom prst="line">
            <a:avLst/>
          </a:prstGeom>
          <a:noFill/>
          <a:ln w="9525">
            <a:solidFill>
              <a:srgbClr val="D5DA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5376672"/>
            <a:ext cx="3566160" cy="0"/>
          </a:xfrm>
          <a:prstGeom prst="line">
            <a:avLst/>
          </a:prstGeom>
          <a:noFill/>
          <a:ln w="9525">
            <a:solidFill>
              <a:srgbClr val="EDF0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791456"/>
            <a:ext cx="3566160" cy="0"/>
          </a:xfrm>
          <a:prstGeom prst="line">
            <a:avLst/>
          </a:prstGeom>
          <a:noFill/>
          <a:ln w="9525">
            <a:solidFill>
              <a:srgbClr val="EDF0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9237" y="5476995"/>
            <a:ext cx="221102" cy="484893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35853" y="5517124"/>
            <a:ext cx="221102" cy="444764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192469" y="5577317"/>
            <a:ext cx="221102" cy="384571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4712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549085" y="5647543"/>
            <a:ext cx="221102" cy="314345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81328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905701" y="5737834"/>
            <a:ext cx="221102" cy="224054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37944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62317" y="5781307"/>
            <a:ext cx="221102" cy="180581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94560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097725" y="5570995"/>
            <a:ext cx="5502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18933" y="5620791"/>
            <a:ext cx="221102" cy="341097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51176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75549" y="5216156"/>
            <a:ext cx="221102" cy="745732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07792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332165" y="5135897"/>
            <a:ext cx="221102" cy="825991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64408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688781" y="4871714"/>
            <a:ext cx="221102" cy="1090174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21024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524189" y="4661402"/>
            <a:ext cx="5502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32.6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46120" y="619963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값 →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315968" y="449884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생활권 안 안전 가중치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190488" y="451713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진폭 22건 · 최저 30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15968" y="5961888"/>
            <a:ext cx="3566160" cy="0"/>
          </a:xfrm>
          <a:prstGeom prst="line">
            <a:avLst/>
          </a:prstGeom>
          <a:noFill/>
          <a:ln w="9525">
            <a:solidFill>
              <a:srgbClr val="D5DA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15968" y="5376672"/>
            <a:ext cx="3566160" cy="0"/>
          </a:xfrm>
          <a:prstGeom prst="line">
            <a:avLst/>
          </a:prstGeom>
          <a:noFill/>
          <a:ln w="9525">
            <a:solidFill>
              <a:srgbClr val="EDF0F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15968" y="4791456"/>
            <a:ext cx="3566160" cy="0"/>
          </a:xfrm>
          <a:prstGeom prst="line">
            <a:avLst/>
          </a:prstGeom>
          <a:noFill/>
          <a:ln w="9525">
            <a:solidFill>
              <a:srgbClr val="EDF0F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83725" y="4978725"/>
            <a:ext cx="221102" cy="983163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15968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219133" y="4768413"/>
            <a:ext cx="5502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29.4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40341" y="5092424"/>
            <a:ext cx="221102" cy="869464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72584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096957" y="5283037"/>
            <a:ext cx="221102" cy="678851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0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453573" y="5493715"/>
            <a:ext cx="221102" cy="468173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85816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810189" y="5647543"/>
            <a:ext cx="221102" cy="314345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42432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166805" y="5714425"/>
            <a:ext cx="221102" cy="247463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99048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002213" y="5504113"/>
            <a:ext cx="55028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523421" y="5707737"/>
            <a:ext cx="221102" cy="254151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55664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880037" y="5677640"/>
            <a:ext cx="221102" cy="284248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12280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236653" y="5624135"/>
            <a:ext cx="221102" cy="337753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68896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593269" y="5527156"/>
            <a:ext cx="221102" cy="434732"/>
          </a:xfrm>
          <a:prstGeom prst="rect">
            <a:avLst/>
          </a:prstGeom>
          <a:solidFill>
            <a:srgbClr val="C9D2E6"/>
          </a:solidFill>
          <a:ln w="12700">
            <a:solidFill>
              <a:srgbClr val="C9D2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25512" y="5998464"/>
            <a:ext cx="356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150608" y="6199632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값 →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11480" y="62727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6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세로축 = 판정이 바뀐 시나리오 수 (180건 중)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220456" y="4480560"/>
            <a:ext cx="3529584" cy="1847088"/>
          </a:xfrm>
          <a:prstGeom prst="roundRect">
            <a:avLst>
              <a:gd name="adj" fmla="val 3960"/>
            </a:avLst>
          </a:prstGeom>
          <a:solidFill>
            <a:srgbClr val="F4F5F9"/>
          </a:solidFill>
          <a:ln w="12700">
            <a:solidFill>
              <a:srgbClr val="F4F5F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421624" y="459028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두 축은 판정을 거의 움직이지 않습니다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8421624" y="490118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생활권 밖 안전</a:t>
            </a:r>
            <a:pPr indent="0" marL="0">
              <a:buNone/>
            </a:pPr>
            <a:r>
              <a:rPr lang="en-US" sz="105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진폭 6건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8421624" y="5102352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값을 줘도 판정이 거의 그대로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8421624" y="532180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3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패턴 안정성</a:t>
            </a:r>
            <a:pPr indent="0" marL="0">
              <a:buNone/>
            </a:pPr>
            <a:r>
              <a:rPr lang="en-US" sz="105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진폭 10건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8421624" y="5541264"/>
            <a:ext cx="3154680" cy="0"/>
          </a:xfrm>
          <a:prstGeom prst="line">
            <a:avLst/>
          </a:prstGeom>
          <a:noFill/>
          <a:ln w="12700">
            <a:solidFill>
              <a:srgbClr val="DDE1E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21624" y="566928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±5 이웃 19개 조합 — 판정 변경 중앙 3건 · 최대 9건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8421624" y="588873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 구간(주행 ≤30 · 안 ≥25) 371개 — 중앙 11건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411480" y="6528816"/>
            <a:ext cx="11338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채택값 30/30/20/20 = 초기 설계값(prior) · 파일럿 손해율로 재적합   |   민감도는 합성 시나리오 기반 — 값의 정답이 아니라 판정의 둔감성을 보는 용도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2026-08-04T11:14:32Z</dcterms:created>
  <dcterms:modified xsi:type="dcterms:W3CDTF">2026-08-04T11:14:32Z</dcterms:modified>
</cp:coreProperties>
</file>