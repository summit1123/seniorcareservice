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C2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 FIRE &amp; MARINE · 1차 피드백 대응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결선 발표자료 보강 슬라이드 6장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자동차보험상품파트 · 일반상품개발파트 · Corporate Sustainability Center 지적 사항을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발표자료의 6개 지점에 반영합니다 — 절반은 '이미 구현됨'의 전달, 절반은 신규 근거.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MASIL — Senior routine-zone insurance · GAIP 2026 결선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문제정의 재서술   —   상품파트 지적 ① 반영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“밖이 위험”이 아니라, “익숙함 대비 급변”이 신호다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지적: 신체능력 저하 → 생활권 밖 사고의 인과가 부자연스럽고, 상관관계일 수 있음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5F7FB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서술 (취약)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→ 반응능력 저하 → 생활권 밖 사고 위험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“밖 = 위험”으로 읽혀 인과 공격에 노출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고속도로 비중·익스포저 증가 등 교란 요인 반박 가능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AF2FE"/>
          </a:solidFill>
          <a:ln w="15875">
            <a:solidFill>
              <a:srgbClr val="0B63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4F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재서술 (실제 설계와 일치)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69748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자체는 평가에 중립 — 생활권 밖 이동은 감점 사유가 아님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신호는 “개인의 익숙한 패턴 대비 이동·행동의 동시 급변”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급변은 신체·인지 변화의 조기 신호로 문헌상 보고 — 사고 전 개입 창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지적된 교란 요인(장거리·고속도로)은 판정에 진입하지 않음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F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한 줄:  “저희는 위치로 판정하지 않습니다. 그 분의 평소와 달라졌는지, 그리고 행동이 함께 나빠졌는지만 봅니다.”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MASIL · 삼성화재 1차 피드백 대응 — 결선 발표자료 반영안 · 1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합성 데이터 생성 근거   —   일반상품파트 질의 ① 정면 답변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방식: 유형별 파라미터 설계 — 근거와 목적을 선언합니다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질의하신 두 방식 중 후자(사전 정의 유형 + 파라미터 생성)가 맞습니다. 파라미터 앵커와 클레임 경계는 아래와 같습니다.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파라미터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F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설정값 (6유형 × 60명 × 3환경)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F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앵커 근거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FC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주행거리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중앙값 약 2.8천km · 환경별 2천~6.6천km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국토부·보험개발원 고령 저주행 분포 [수치 확인]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운행 횟수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유형별 24~42회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TAAS·고령운전자 이동 실태 조사 [수치 확인]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위험행동 발생률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안정형 3% ~ 만성위험형 72% (방문당 확률)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UBI 이벤트율 문헌 범위 + 유형 대비 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유형 구성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급제동·급가속·과속·야간외곽 (상황별 가중)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UBI 표준 이벤트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변화 시점·양상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동시변화형: 7월 발현, 야간 신규 경로 집중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인지 변화 조기 신호 문헌의 패턴 차용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생활권 기준거리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도심 260m · 교외 520m · 광역 1,100m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환경별 시설 밀도 — 실험실 탭에서 통제 비교 실측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276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[수치 확인] = 발표 전 팀에서 원출처 수치·연도 확정 필요 표시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F5F7FB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경계(대시보드에 선언됨): 본 합성 데이터는 “상품 로직이 유형별 의도대로 판정하는가”의 검증용입니다. 모델 예측력 주장이 아니며 — 지적하신 “시나리오 설계의 결과”가 맞고, 그것이 목적입니다. 유형별 기대 판정은 계약 테스트 250건으로 상시 검증되며, 예측력 검증은 파일럿(다음 장)에서 실데이터로 수행합니다.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MASIL · 삼성화재 1차 피드백 대응 — 결선 발표자료 반영안 · 2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운행 데이터 확보 전략   —   상품파트 지적 ③ · 실현가능성 평가 대응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실데이터는 4개 경로 + 6개월 파일럿으로 확보합니다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30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기존 UBI 특약 옵트인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마일리지·안전운전 특약 가입 고령 고객의 동의 전환 — 가장 빠른 초기 코호트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30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내비게이션 제휴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T맵 등 주행 로그 제휴 — 존 단위 집계만 수신(경로 원본 미보관)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85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커넥티드카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커넥티드 서비스 연동 — 신차 중심 보완 채널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5204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AF2FE"/>
          </a:solidFill>
          <a:ln w="15875">
            <a:solidFill>
              <a:srgbClr val="0B63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685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파일럿 직접 수집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069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시니어 N명 옵트인 단말 — 개입군/대조군 설계로 예방 효과까지 측정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F5F7FB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설계: 6개월 · 케어 개입군 vs 대조군 · KPI = 클레임 빈도, 케어 응답률, 갱신유지율.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원시 GPS는 시스템 경계를 넘지 않음(자택 기준 상대변위·존 집계만) — 현 데모에서 코드 수준으로 시연 가능.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MASIL · 삼성화재 1차 피드백 대응 — 결선 발표자료 반영안 · 3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Safe Zone 지역 차등화   —   일반상품파트 제안 ② : “이미 구현되어 있습니다”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지역유형별 기준 차등 — 제안이 아니라 현재 데모의 실측 기능입니다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“GPS로 도시형/교외형/농촌형을 구분해 Safe Zone 기준을 차등화했다고 발표 가능할 것” — 정확히 그 구조로 구현·실측되어 있습니다.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2377440"/>
                <a:gridCol w="3200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F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고밀도 도심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F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교외 중밀도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F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광역 저밀도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FC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군집 기준거리 (eps)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260 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520 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1,100 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동일인 생활권 P90 (실측)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485 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 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1,619 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동일인 연 주행 (실측)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2,032 km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3,051 km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6,602 km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판정 (동일인)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케어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케어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케어  —  환경이 달라도 판정 왜곡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거리(km)가 아닌 비율(%) 기반 — 농촌 고객이 구조적으로 불리하지 않음 (지적하신 “도심 1km ≠ 농촌 1km” 문제의 해법)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“알고리즘 실험실” 탭: 같은 60명에게 기준거리만 바꿔 적용한 통제 비교 실측 화면 — 결선장에서 라이브 시연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확장: 행정동 밀도·도로환경 기반 자동 분류로 기준거리 산출 (파라미터 1개만 재보정하면 타 도시 이식)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F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한 줄:  “제안 주신 지역 차등화, 여기 실측 화면으로 이미 돌아가고 있습니다.”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MASIL · 삼성화재 1차 피드백 대응 — 결선 발표자료 반영안 · 4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타겟의 한정   —   상품파트 지적 ② · CSC 기타사항 동시 대응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시니어가 “유일하게 성립하는 출발점” — 그리고 전 연령으로 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F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방법론의 전제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학습은 생활 패턴이 안정적일 때만 성립. 30~50대는 패턴이 다층적(출퇴근·레저·라이딩)이라 “익숙함” 정의부터 무너짐 — 시니어는 성립하는 유일한 세그먼트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F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Protection Gap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저주행·고심도의 과소보장 세그먼트 — 마일리지 특약만으로는 위험 변화를 반영 못 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F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개입의 효용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6676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검진·상담 연계의 사고 예방 효과가 가장 큰 연령대 — 케어 축의 존재 이유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로드맵 — 지적 사항을 단계로 수용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(현재): 시니어 · 존 단위 · 지역 3유형 차등 · 2단계 케어 판정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사고잦은곳(TAAS)·도로 위계 레이어 반영 [CSC 제안 수용] · 기준선 재학습(이사 등 생활 변화 시 담당자 승인 갱신)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3단계: 30~50 페르소나형 UBI로 확대 — 시니어에서 검증된 “변화 감지” 엔진을 다층 패턴용 다중 기준선으로 일반화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MASIL · 삼성화재 1차 피드백 대응 — 결선 발표자료 반영안 · 5 /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익숙함 판정 Q&amp;A   —   Corporate Sustainability Center 질의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익숙함 판정의 해결 포인트 — 현재 답과 한계를 명시합니다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2296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F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설계의 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FC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vs 존 단위?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존(도착지) 단위 — “20km 중 10km만 익숙” 문제 원천 회피. 경로 중간 위험 미반영은 한계로 명시, 도로 위계 레이어로 보완 예정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익숙함 산정 기간?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초기 2개월 = 생활권 학습 기간(판정 제외) · 월 평가는 직전 2개월 대비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이사하면 전부 낯섦?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이동만 변하면 케어 미발동(동시변화 게이트 — 위험행동 동반 시에만). 신규 생활권 안착 시 기준선 재학습(담당자 승인)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빈도별 가중치?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방문 비중(visit share) 가중 반영 — 자주 가는 곳일수록 생활권 판정 기여 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데이터 소스?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주행 로그의 방문 이벤트(시각·존·이벤트) — 원시 GPS는 경계 통과 불가, 자택 기준 상대변위만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사고잦은곳 연계?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 — 2단계 로드맵. TAAS 공개 데이터부터, 보험사 사고 GPS 가용성은 확인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답이 없는 항목은 “한계 + 로드맵”로 명시 — 심사장에서 숨기지 않는 것이 방어력입니다.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MASIL · 삼성화재 1차 피드백 대응 — 결선 발표자료 반영안 · 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2026-07-23T14:07:36Z</dcterms:created>
  <dcterms:modified xsi:type="dcterms:W3CDTF">2026-07-23T14:07:36Z</dcterms:modified>
</cp:coreProperties>
</file>